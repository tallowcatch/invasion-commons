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I study when spot-checks stop AI agents from taking more than their share of something they share, and whether the penalty that does it can be worked out in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people remember one slide, it should be this one. The rest of the talk unpacks each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settings are not toys to be solved one by one; they are a way of checking that a result about oversight holds across the main ways harm can spread.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capacity is the maximum-sustainable-yield level used in fisheries management. The same harm line is used in all three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with a 1 in 6 chance of a check and a 30 t fine, the expected fine is 5 t; a model that gains about 4.5 t per round should stop there, and should not stop at 24 t (4 t expected).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Programmed agents, 64 independent games per setting, 80 rounds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validation, not a surprise: the agents optimise the payoff the prediction is based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Checking where the outcome fell furthest below the reviewer's forecast did best in Forest, so targeting by outcome can work; targeting by report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Gemma rarely took more than its allowance and Mistral never did, so they say nothing about the stopping fine. A small fine made gpt-oss over-take more (55% to about 90%), as if the fine were a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shows what predicts where the models stop, not why they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fifth model family, DeepSeek V4.1 Flash, took more than its allowance in 80% of rounds without a fine; its predicted stopping fine (36 t) is recorded but not tested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January dates are estimates; the calls for papers are not out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6012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dirty="0">
                <a:solidFill>
                  <a:srgbClr val="2B2F3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Penalties Sized to the Gain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60120" y="32918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2B2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 random audits stop AI agents from over-using a shared resource?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60120" y="4206240"/>
            <a:ext cx="3383280" cy="109728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22415" y="54406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Ameer Alhashemi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catch-up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 College London, 13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 in One Slide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682496"/>
            <a:ext cx="2567864" cy="3758184"/>
          </a:xfrm>
          <a:prstGeom prst="roundRect">
            <a:avLst>
              <a:gd name="adj" fmla="val 284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83664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   WHY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76856"/>
            <a:ext cx="2110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Oversight of AI agents is sampled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1106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starting to act on resources they share with others, such as compute, energy and budgets. Whoever oversees them can usually check only a few of their actions.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90824" y="1682496"/>
            <a:ext cx="2567864" cy="3758184"/>
          </a:xfrm>
          <a:prstGeom prst="roundRect">
            <a:avLst>
              <a:gd name="adj" fmla="val 284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9424" y="1883664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   WHAT I BUILT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19424" y="2276856"/>
            <a:ext cx="21106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shared resource with checks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999232"/>
            <a:ext cx="2110664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draw on one renewable resource over many rounds. A reviewer sets how much each may take, and a few agents are checked at random each round.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33008" y="1682496"/>
            <a:ext cx="2567864" cy="3758184"/>
          </a:xfrm>
          <a:prstGeom prst="roundRect">
            <a:avLst>
              <a:gd name="adj" fmla="val 284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61608" y="1883664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   WHAT I TESTED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276856"/>
            <a:ext cx="21106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Consequences and penalty size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999232"/>
            <a:ext cx="2110664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caught agent should face (a fine, a memory of the offence, or both), and whether the fine that stops an agent can be predicted before it is tried.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075191" y="1682496"/>
            <a:ext cx="2567864" cy="3758184"/>
          </a:xfrm>
          <a:prstGeom prst="roundRect">
            <a:avLst>
              <a:gd name="adj" fmla="val 284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03791" y="1883664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   WHAT I FOUND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03791" y="2276856"/>
            <a:ext cx="21106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Checks work through consequences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303791" y="3291840"/>
            <a:ext cx="21106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reduced harm only when a catch had a consequence. The stopping fine could be predicted from how much an agent gains by over-taking, for programmed agents and for language models.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talk: the setting, three questions, how I test them, five findings, and what is still running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45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limited, shared resource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9384"/>
            <a:ext cx="45720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receives an allowance: the amount it may take this round. Taking more helps that agent and leaves less for everyone else.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92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Oversight by sampling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23260"/>
            <a:ext cx="45720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every action costs too much, so an overseer spot-checks a few, as tax and fisheries inspectors do.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33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 question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17136"/>
            <a:ext cx="45720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a sampled check stop agents taking more than their allowance, and how large does the penalty need to be?</a:t>
            </a:r>
            <a:endParaRPr lang="en-US" sz="1400" dirty="0"/>
          </a:p>
        </p:txBody>
      </p:sp>
      <p:pic>
        <p:nvPicPr>
          <p:cNvPr id="10" name="Image 0" descr="fig_networ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2222723"/>
            <a:ext cx="6110935" cy="231197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4644421"/>
            <a:ext cx="6110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in three settings, chosen because one agent's over-use reaches others in a different way in each: through a single shared pool (Fishery), through damage to direct neighbours (Forest), and through harm that appears only when two kinds of use combine (River). A result that holds in all three does not rest on one structure.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Questions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305409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89320" y="914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12280" y="8961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has to follow a catch?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12280" y="131673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check finds an agent taking more than its allowance, the overseer can fine it, remember it, or do nothing. Which of these reduces harm?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22402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22219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the stopping fine be predicted?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812280" y="2971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fine size at which over-taking stops, and can it be worked out before that fine is tried?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3566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35478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language models behave the same way?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429768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most agents are language models making their own choices, do they stop where the prediction says?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One Round Works</a:t>
            </a:r>
            <a:endParaRPr lang="en-US" sz="3200" dirty="0"/>
          </a:p>
        </p:txBody>
      </p:sp>
      <p:pic>
        <p:nvPicPr>
          <p:cNvPr id="3" name="Image 0" descr="fig1_game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9818" y="1234440"/>
            <a:ext cx="8872059" cy="3977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5303520"/>
            <a:ext cx="9265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every agent asks for a share; the reviewer predicts what the requests would do to the resource and scales them all by one factor; each agent then takes its allowance or more; the resource regrows; and a few agents are checked at random.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05840" y="5897880"/>
            <a:ext cx="10180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Harm = the resource falling below half its capacity, the level at which it regrows fastest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 Test It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996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17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the setting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6537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share the resource for many rounds; the reviewer sets allowances; a few agents are checked at random each round.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968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61518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 the gain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96265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games without any fine and record how much an agent gains from one round of taking more than its allowance.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941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7124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Predict, then freeze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05993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fine that should stop over-taking and record the prediction before any game with that fine is run.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914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80974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on games the prediction never saw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5157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predicted fine and the fines around it on new games, and report the result whether or not it matches.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0" y="1120140"/>
            <a:ext cx="4785055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32320" y="134874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quantities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18973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641080" y="1915668"/>
            <a:ext cx="2727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that an agent is checked in a round (1 in 6 for the language models)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26471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2665476"/>
            <a:ext cx="2727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paid when a check finds an agent over its allowance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39699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= q × F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641080" y="3415284"/>
            <a:ext cx="2727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fine for one round of over-taking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1468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4165092"/>
            <a:ext cx="2727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gains from one round of over-taking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489661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&gt; g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4914900"/>
            <a:ext cx="2727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prediction: over-taking stops once the expected fine is larger than the gain (Becker 1968)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1: A Catch Needs a Consequence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45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setting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9384"/>
            <a:ext cx="45720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agents report less than they intend to take, so the reviewer underestimates their use unless a check catches them.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92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Checks without memory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23260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Correcting only the round in which a lie was caught removed 10–46% of the harm.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090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Checks with memory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3108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Remembering each caught lie and adjusting that agent's later allowances reduced harm in all 12 settings tested. In Fishery, rounds below half capacity fell from 43–99% to 0.3–3%.</a:t>
            </a:r>
            <a:endParaRPr lang="en-US" sz="1400" dirty="0"/>
          </a:p>
        </p:txBody>
      </p:sp>
      <p:pic>
        <p:nvPicPr>
          <p:cNvPr id="10" name="Image 0" descr="fig3_audits_mem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2086674"/>
            <a:ext cx="6110935" cy="27669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4963350"/>
            <a:ext cx="6110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rounds below half capacity when some agents under-report. Dark: no checks. Light: checks without memory. Green: checks with memory. Each group has four settings: 2 or 4 misbehaving agents (2g, 4g) and two regrowth rates (1.0 and 0.85 of normal).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2: A Predictable Threshold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351215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71055" y="1545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predicted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071055" y="1929384"/>
            <a:ext cx="4572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Programmed agents choose how much to over-take so as to earn the most. From games without checks, we predicted the expected fine at which they would stop.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3063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3447288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 of 5 new settings, the observed stopping point was within one step of the prediction.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071055" y="4133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comes first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4517136"/>
            <a:ext cx="45720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agents are built to maximise their payoff, so this checks the measurement method before it is used on language models.</a:t>
            </a:r>
            <a:endParaRPr lang="en-US" sz="1400" dirty="0"/>
          </a:p>
        </p:txBody>
      </p:sp>
      <p:pic>
        <p:nvPicPr>
          <p:cNvPr id="10" name="Image 0" descr="fig3_audits_thresh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094" y="1499616"/>
            <a:ext cx="5876027" cy="394106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550408"/>
            <a:ext cx="6110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against predicted stopping point (expected fine). Filled: new settings predicted in advance. Open: the checking rate, or the chance that a check catches the cheat, was varied. The band marks one step of the tested grid.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3: Two Shortcuts That Backfire</a:t>
            </a:r>
            <a:endParaRPr lang="en-US" sz="3200" dirty="0"/>
          </a:p>
        </p:txBody>
      </p:sp>
      <p:pic>
        <p:nvPicPr>
          <p:cNvPr id="3" name="Image 0" descr="fig3_audits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6875"/>
            <a:ext cx="5364328" cy="350417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52485"/>
            <a:ext cx="536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every agent's allowance to make up for known cheaters let the cheaters gain more than with no checks at all (142 vs 113); honest agents paid for it.</a:t>
            </a:r>
            <a:endParaRPr lang="en-US" sz="1100" dirty="0"/>
          </a:p>
        </p:txBody>
      </p:sp>
      <p:pic>
        <p:nvPicPr>
          <p:cNvPr id="5" name="Image 1" descr="fig3_audits_target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1371723"/>
            <a:ext cx="5364328" cy="34744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278728" y="4937637"/>
            <a:ext cx="536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checking the agent with the largest report caught 25% of liars over a game, against 100% with random checks: the largest reporter is often honest.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1005840" y="5897880"/>
            <a:ext cx="10180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Shortcuts that save checks can open blind spots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4: Language Models Stop Where Predicted</a:t>
            </a:r>
            <a:endParaRPr lang="en-US" sz="3200" dirty="0"/>
          </a:p>
        </p:txBody>
      </p:sp>
      <p:pic>
        <p:nvPicPr>
          <p:cNvPr id="3" name="Image 0" descr="fig4_llm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7583" y="1234440"/>
            <a:ext cx="8676530" cy="3977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5303520"/>
            <a:ext cx="9265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open language models each controlled four of the six fishers (520 games). Left: share of rounds in which a model took more than its allowance, at each fine, with a 1 in 6 chance of a check. Triangles: stopping fine predicted before testing (open) and observed (filled). Right: catch left for the two rule-following fishers.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05840" y="5897880"/>
            <a:ext cx="10180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Predicted before testing: 30 t. Observed: 30 t (Nemotron 3 Super), 24 t (gpt-oss-120b)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5: One Round's Gain Matters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45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predicted it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9384"/>
            <a:ext cx="4572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model took above its allowance in one round without a fine (4.5–4.7 t).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151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99232"/>
            <a:ext cx="45720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over-taking earned over a whole game: about −1 to +0.7 t per round, because over-taking depleted the lake.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090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Compared with an ideal optimiser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3108"/>
            <a:ext cx="457200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maximised its expected payoff would keep over-taking until 36 t. Both models stopped earlier, and gradually.</a:t>
            </a:r>
            <a:endParaRPr lang="en-US" sz="1400" dirty="0"/>
          </a:p>
        </p:txBody>
      </p:sp>
      <p:pic>
        <p:nvPicPr>
          <p:cNvPr id="10" name="Image 0" descr="fig5_sp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9407" y="1499616"/>
            <a:ext cx="4736362" cy="41239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5733288"/>
            <a:ext cx="6110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compares a predicted and an observed stopping fine; points on the dashed line were predicted exactly.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Works for Language Models Too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91056"/>
            <a:ext cx="658368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429000" y="18196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only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257800" y="18196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2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+ memory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with over-taking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1401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414016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241401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22960" y="3191256"/>
            <a:ext cx="6035040" cy="0"/>
          </a:xfrm>
          <a:prstGeom prst="line">
            <a:avLst/>
          </a:prstGeom>
          <a:noFill/>
          <a:ln w="9525">
            <a:solidFill>
              <a:srgbClr val="E9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282696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below half capacity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328269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3282696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328269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22960" y="4059936"/>
            <a:ext cx="6035040" cy="0"/>
          </a:xfrm>
          <a:prstGeom prst="line">
            <a:avLst/>
          </a:prstGeom>
          <a:noFill/>
          <a:ln w="9525">
            <a:solidFill>
              <a:srgbClr val="E9E7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151376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Lakes collapsed (of 10)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415137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4151376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4151376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17550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gpt-oss-120b, no fine in either condition, 10 games each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35240" y="1682496"/>
            <a:ext cx="4007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Reduced, not stopped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2066544"/>
            <a:ext cx="4007815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protected the lake without any fine, but some over-taking remained. For Nemotron 3 Super, over-taking fell from 65% to 33%.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2976372"/>
            <a:ext cx="4007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a large enough fine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635240" y="3360420"/>
            <a:ext cx="4007815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 above the gain stopped over-taking and kept the harvest at 0.99 of the maximum the lake can sustain.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Now (Results Soon)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4533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fine, or the size of the fine?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5212080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expected fine (2 t or 3 t), made up differently: 1 in 3 checked with a small fine, 1 in 6, or 1 in 12 with a large fine. gpt-oss-120b, 20 new games per condition.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80760" y="1545336"/>
            <a:ext cx="5562295" cy="1026414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C9C6C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217920" y="1618488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(to fill in):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3634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prediction hold on new games?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65526"/>
            <a:ext cx="5212080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fine recorded in advance (30 t for both models), tested on 10 new games and with the rules reworded.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736342"/>
            <a:ext cx="5562295" cy="1026414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C9C6C1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217920" y="2809494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(to fill in):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2734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nothing is ever checked?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56532"/>
            <a:ext cx="5212080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that never mention checks, compared with checks that carry no fine.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80760" y="3927348"/>
            <a:ext cx="5562295" cy="1026414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C9C6C1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6217920" y="4000500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(to fill in):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18354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over-taking spread to neighbours?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47538"/>
            <a:ext cx="5212080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Forest: one programmed over-taker among five language-model agents; neighbours' cuts either hidden or visible.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80760" y="5118354"/>
            <a:ext cx="5562295" cy="1026414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C9C6C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217920" y="5191506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F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(to fill in):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Is Going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5442" y="3017520"/>
            <a:ext cx="8320811" cy="0"/>
          </a:xfrm>
          <a:prstGeom prst="line">
            <a:avLst/>
          </a:prstGeom>
          <a:noFill/>
          <a:ln w="25400">
            <a:solidFill>
              <a:srgbClr val="C9C6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79994" y="2862072"/>
            <a:ext cx="310896" cy="310896"/>
          </a:xfrm>
          <a:prstGeom prst="ellipse">
            <a:avLst/>
          </a:prstGeom>
          <a:solidFill>
            <a:srgbClr val="062746"/>
          </a:solidFill>
          <a:ln w="19050">
            <a:solidFill>
              <a:srgbClr val="0627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310128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 – 8 Oct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703320"/>
            <a:ext cx="25541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Programmed agents in all three settings; language models in Fishery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53598" y="286207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27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684" y="3310128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– 14 Oct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31972" y="3703320"/>
            <a:ext cx="25541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tests asked for by two outside reviews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27202" y="286207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27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87288" y="3310128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Nov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05576" y="3703320"/>
            <a:ext cx="25541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submission (AAAI-27 WMAC) and arXiv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100805" y="286207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274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0891" y="3310128"/>
            <a:ext cx="259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79179" y="3703320"/>
            <a:ext cx="25541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conference: IJCAI or ICML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study has a protocol written down before its code; predictions that failed are reported.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13855" y="3657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0627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351215" y="1682496"/>
            <a:ext cx="3291840" cy="91440"/>
          </a:xfrm>
          <a:prstGeom prst="rect">
            <a:avLst/>
          </a:prstGeom>
          <a:solidFill>
            <a:srgbClr val="131B28"/>
          </a:solidFill>
          <a:ln w="12700">
            <a:solidFill>
              <a:srgbClr val="131B2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48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16712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"taking more than your allowance" a fair stand-in for an AI agent misbehaving? What would be better?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321868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a fine works under one wording of the rules, how far would you trust it under another?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51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427024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convince you more: more models, or more kinds of setting?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03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F8F8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5321808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in your own work does someone check only a sample, and what happens after a catch?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9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828800" y="1828800"/>
            <a:ext cx="85340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4312768" y="4297680"/>
            <a:ext cx="3566160" cy="118872"/>
          </a:xfrm>
          <a:prstGeom prst="rect">
            <a:avLst/>
          </a:prstGeom>
          <a:solidFill>
            <a:srgbClr val="B09E88"/>
          </a:solidFill>
          <a:ln w="12700">
            <a:solidFill>
              <a:srgbClr val="B09E8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 rot="5400000">
            <a:off x="9631375" y="2971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October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Ameer Alhashemi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k26108758@kcl.ac.uk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Penalties Sized to the Gain: PhD catch-up</dc:title>
  <dc:subject>PptxGenJS Presentation</dc:subject>
  <dc:creator>Ameer Alhashemi</dc:creator>
  <cp:lastModifiedBy>Ameer Alhashemi</cp:lastModifiedBy>
  <cp:revision>1</cp:revision>
  <dcterms:created xsi:type="dcterms:W3CDTF">2026-10-12T22:05:12Z</dcterms:created>
  <dcterms:modified xsi:type="dcterms:W3CDTF">2026-10-12T22:05:12Z</dcterms:modified>
</cp:coreProperties>
</file>