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9" d="100"/>
          <a:sy n="119" d="100"/>
        </p:scale>
        <p:origin x="216"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43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My project asks one question: when do random audits stop AI agents from over-using a shared resource? And can we predict the fine that stops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first. AI agents increasingly share limited resources, like compute, energy and budgets, and an overseer can only audit a few of their actions. So I built an audited shared resource: six agents, a reviewer who sets each agent's allowance, and random audits every round. I tested two things: what a caught agent should face (a fine, a memory of the offence, or both), and whether the stopping fine can be predicted in advance. Short answer: audits only work through consequences, and the stopping fine is predictable from what an agent gains by over-taking.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is an allowance: what an agent may take this round. Taking more, which I call over-taking, helps that agent and costs everyone else. Auditing everything is too costly, so a random few are audited, like tax inspections. I run this in three settings where harm spreads differently: one shared stock, damage to neighbours on a ring, and pollution that is only harmful in combination. If a result holds in all three, it doesn't hinge on one structure.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questions. What must follow a catch? Can we predict the stopping fine? And do language models follow the same rule?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round. Agents request a share. The reviewer predicts the effect and scales everyone by the same factor if needed. Agents then take their allowance, or more. The resource regrows, and random audits check a few agents. Harm means the resource dropping below half capacity: the maximum-sustainable-yield level, where it regrows fastest.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has four steps. Play without fines and measure the gain from one round of over-taking. Predict the fine that should stop it. Freeze that prediction. Then test it on new games. The rule is Becker's: the expected fine, which is the audit probability times the fine, should beat the gain. With a one-in-six audit chance and a 30-tonne fine, that's 5 tonnes expected, just above the roughly 4.5 tonnes the models gained.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with programmed agents that under-report. Audits that only correct the caught round remove just 10 to 46 percent of the harm. Add memory, so the reviewer remembers each caught lie and adjusts later allowances, and harm falls in all 12 settings. In Fishery it goes from up to 99 percent of rounds below half capacity to under 3. A catch needs a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two: the threshold is predictable. From games without audits I predicted where programmed cheaters would stop, and 5 of 5 new settings landed within one step. To be fair, these agents optimise by design, so this mainly validates the method.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three: two shortcuts backfire. Cutting everyone's allowance to absorb the cheaters actually let cheaters gain more than with no audits at all. And always auditing the largest report caught only a quarter of the liars, against all of them with random audits. Shortcuts that save audits create blind spots.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language models. Four open models ran four of the six fishers, over 520 games. Two over-took on purpose: gpt-oss and Nemotron. Before testing, I predicted both would stop at 30 tonnes. Nemotron stopped at exactly 30, and gpt-oss one step early, at 24. A side note: a small fine made gpt-oss over-take more, as if the fine became a price.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five: what predicts the stop is the gain from one round, not the gain over the whole game, which was near zero or even negative. Both models also stopped earlier than a perfect optimiser would. That tells us what predicts the stop, not necessarily why they stop.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protects the lake even without a fine. Same audits in both conditions, a one-in-six chance, no fine. With memory, over-taking fell from 55 to 20 percent of decisions for gpt-oss and from 65 to 33 for Nemotron, so it reduced over-taking but didn't stop it. The lake did much better: below half capacity in about a fifth of rounds instead of nine in ten for gpt-oss, and no lake collapsed. The two 20s for gpt-oss are a coincidence: one counts decisions, the other counts rounds. A fine above the gain is what stops over-taking completely.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running now, so the boxes are blank. The big one: do models respond to the expected fine, or just to the size of the fine? I hold the expected fine fixed and change the mix of audit probability and fine. The others test whether the prediction transfers to new games and reworded rules, what happens with no audits at all, and whether over-taking spreads to neighbours.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workshop paper and arXiv in November, then a main conference in January. Every study was pre-registered before its code, and I report the predictions that failed.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love your take on these.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marL="0" indent="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marL="0" indent="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txBody>
          <a:bodyPr/>
          <a:lstStyle/>
          <a:p>
            <a:endParaRPr lang="en-GB"/>
          </a:p>
        </p:txBody>
      </p:sp>
      <p:sp>
        <p:nvSpPr>
          <p:cNvPr id="5" name="Text 3"/>
          <p:cNvSpPr txBox="1"/>
          <p:nvPr/>
        </p:nvSpPr>
        <p:spPr>
          <a:xfrm>
            <a:off x="6522415" y="5440680"/>
            <a:ext cx="4937760" cy="822960"/>
          </a:xfrm>
          <a:prstGeom prst="rect">
            <a:avLst/>
          </a:prstGeom>
          <a:noFill/>
          <a:ln/>
        </p:spPr>
        <p:txBody>
          <a:bodyPr wrap="square" lIns="0" tIns="0" rIns="0" bIns="0" rtlCol="0" anchor="b"/>
          <a:lstStyle/>
          <a:p>
            <a:pPr marL="0" indent="0" algn="r">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marL="0" indent="0" algn="r">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marL="0" indent="0" algn="r">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A Recap of my Work so Far</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5" name="Text 3"/>
          <p:cNvSpPr txBox="1"/>
          <p:nvPr/>
        </p:nvSpPr>
        <p:spPr>
          <a:xfrm>
            <a:off x="777240"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Oversight is sampled</a:t>
            </a:r>
            <a:endParaRPr lang="en-US" sz="1700" dirty="0"/>
          </a:p>
        </p:txBody>
      </p:sp>
      <p:sp>
        <p:nvSpPr>
          <p:cNvPr id="7" name="Text 5"/>
          <p:cNvSpPr txBox="1"/>
          <p:nvPr/>
        </p:nvSpPr>
        <p:spPr>
          <a:xfrm>
            <a:off x="777240"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AI agents increasingly share limited resources, such as compute, energy and budgets. An overseer can only audit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9" name="Text 7"/>
          <p:cNvSpPr txBox="1"/>
          <p:nvPr/>
        </p:nvSpPr>
        <p:spPr>
          <a:xfrm>
            <a:off x="3619424"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An audited shared resource</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Six agents use one renewable resource. A reviewer sets each agent's allowance, and with random audits, checks a few agents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3" name="Text 11"/>
          <p:cNvSpPr txBox="1"/>
          <p:nvPr/>
        </p:nvSpPr>
        <p:spPr>
          <a:xfrm>
            <a:off x="6461608"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Consequences and fine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stopping fine can be predicted in advance.</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7" name="Text 15"/>
          <p:cNvSpPr txBox="1"/>
          <p:nvPr/>
        </p:nvSpPr>
        <p:spPr>
          <a:xfrm>
            <a:off x="9303791"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Audits work via consequences</a:t>
            </a:r>
            <a:endParaRPr lang="en-US" sz="1700" dirty="0"/>
          </a:p>
        </p:txBody>
      </p:sp>
      <p:sp>
        <p:nvSpPr>
          <p:cNvPr id="19" name="Text 17"/>
          <p:cNvSpPr txBox="1"/>
          <p:nvPr/>
        </p:nvSpPr>
        <p:spPr>
          <a:xfrm>
            <a:off x="9303791" y="3005418"/>
            <a:ext cx="2110664" cy="1920240"/>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The stopping fine is predictable from an agent's gain from over-taking, for both programmed agents and for language models.</a:t>
            </a:r>
            <a:endParaRPr lang="en-US" sz="13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Allowances</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Each round, an agent may take its allowance. Taking more </a:t>
            </a:r>
            <a:r>
              <a:rPr lang="en-US" sz="1400" b="1" dirty="0">
                <a:solidFill>
                  <a:srgbClr val="1C191A"/>
                </a:solidFill>
                <a:latin typeface="Calibri" pitchFamily="34" charset="0"/>
                <a:ea typeface="Calibri" pitchFamily="34" charset="-122"/>
                <a:cs typeface="Calibri" pitchFamily="34" charset="-120"/>
              </a:rPr>
              <a:t>aka over-taking</a:t>
            </a:r>
            <a:r>
              <a:rPr lang="en-US" sz="1400" dirty="0">
                <a:solidFill>
                  <a:srgbClr val="1C191A"/>
                </a:solidFill>
                <a:latin typeface="Calibri" pitchFamily="34" charset="0"/>
                <a:ea typeface="Calibri" pitchFamily="34" charset="-122"/>
                <a:cs typeface="Calibri" pitchFamily="34" charset="-120"/>
              </a:rPr>
              <a:t> helps that agent and costs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Sampled oversight</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Auditing every action is too costly, so random audits check a few agents, similar to taxing/behavior of fishery inspectors.</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The question</a:t>
            </a:r>
            <a:endParaRPr lang="en-US" sz="1700" dirty="0"/>
          </a:p>
        </p:txBody>
      </p:sp>
      <p:sp>
        <p:nvSpPr>
          <p:cNvPr id="9" name="Text 7"/>
          <p:cNvSpPr txBox="1"/>
          <p:nvPr/>
        </p:nvSpPr>
        <p:spPr>
          <a:xfrm>
            <a:off x="548640" y="4517136"/>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When do random audits stop over-taking, and how large must the fine be?</a:t>
            </a:r>
            <a:endParaRPr lang="en-US" sz="1400" dirty="0"/>
          </a:p>
        </p:txBody>
      </p:sp>
      <p:pic>
        <p:nvPicPr>
          <p:cNvPr id="10" name="Image 0" descr="fig_networks.png"/>
          <p:cNvPicPr>
            <a:picLocks noChangeAspect="1"/>
          </p:cNvPicPr>
          <p:nvPr/>
        </p:nvPicPr>
        <p:blipFill>
          <a:blip r:embed="rId3"/>
          <a:stretch>
            <a:fillRect/>
          </a:stretch>
        </p:blipFill>
        <p:spPr>
          <a:xfrm>
            <a:off x="5532120" y="2314163"/>
            <a:ext cx="6110935" cy="2311970"/>
          </a:xfrm>
          <a:prstGeom prst="rect">
            <a:avLst/>
          </a:prstGeom>
        </p:spPr>
      </p:pic>
      <p:sp>
        <p:nvSpPr>
          <p:cNvPr id="11" name="Text 8"/>
          <p:cNvSpPr txBox="1"/>
          <p:nvPr/>
        </p:nvSpPr>
        <p:spPr>
          <a:xfrm>
            <a:off x="5532120" y="4735861"/>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Three settings where harm spreads differently: one shared stock (Fishery), damage to neighbours on a ring (Forest), and pollution that is harmful only in combination (River). A result that holds in all three does not depend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marL="0" indent="0" algn="l">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989320" y="91440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What must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A fine, a memory of the offence, or nothing: which one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Can we compute it before trying it?</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Do language models follow the same rule?</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icPr>
            <a:picLocks noChangeAspect="1"/>
          </p:cNvPicPr>
          <p:nvPr/>
        </p:nvPicPr>
        <p:blipFill>
          <a:blip r:embed="rId3"/>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Agents request a share; the reviewer scales all requests by one factor; agents take their allowance or more; the resource regrows; random audits check a few agents.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Harm = the resource below half capacity, the maximum-sustainable-yield level</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49961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Play games without fines and record what one round of over-taking gains an agent.</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Predict the stopping fine</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Over-taking should stop once the expected fine exceeds that gain.</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Freeze the prediction</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Record it before any game with that fine is played.</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Test on new games</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Run the predicted fine and its neighbours on unseen games, and report the outcome either way.</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7" name="Text 15"/>
          <p:cNvSpPr txBox="1"/>
          <p:nvPr/>
        </p:nvSpPr>
        <p:spPr>
          <a:xfrm>
            <a:off x="7132320" y="1348740"/>
            <a:ext cx="4236415" cy="365760"/>
          </a:xfrm>
          <a:prstGeom prst="rect">
            <a:avLst/>
          </a:prstGeom>
          <a:noFill/>
          <a:ln/>
        </p:spPr>
        <p:txBody>
          <a:bodyPr wrap="square" lIns="0" tIns="0" rIns="0" bIns="0" rtlCol="0" anchor="ctr"/>
          <a:lstStyle/>
          <a:p>
            <a:pPr marL="0" indent="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audit probability per agent and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fine paid when an audit catches over-taking</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marL="0" indent="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expected fine per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gain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prediction: over-taking stops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Setup</a:t>
            </a:r>
            <a:endParaRPr lang="en-US" sz="1700" dirty="0"/>
          </a:p>
        </p:txBody>
      </p:sp>
      <p:sp>
        <p:nvSpPr>
          <p:cNvPr id="5" name="Text 3"/>
          <p:cNvSpPr txBox="1"/>
          <p:nvPr/>
        </p:nvSpPr>
        <p:spPr>
          <a:xfrm>
            <a:off x="548640" y="1929384"/>
            <a:ext cx="4572000" cy="2971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Some agents under-report what they will take.</a:t>
            </a:r>
            <a:endParaRPr lang="en-US" sz="1400" dirty="0"/>
          </a:p>
        </p:txBody>
      </p:sp>
      <p:sp>
        <p:nvSpPr>
          <p:cNvPr id="6" name="Text 4"/>
          <p:cNvSpPr txBox="1"/>
          <p:nvPr/>
        </p:nvSpPr>
        <p:spPr>
          <a:xfrm>
            <a:off x="548640" y="239115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Audits without memory</a:t>
            </a:r>
            <a:endParaRPr lang="en-US" sz="1700" dirty="0"/>
          </a:p>
        </p:txBody>
      </p:sp>
      <p:sp>
        <p:nvSpPr>
          <p:cNvPr id="7" name="Text 5"/>
          <p:cNvSpPr txBox="1"/>
          <p:nvPr/>
        </p:nvSpPr>
        <p:spPr>
          <a:xfrm>
            <a:off x="548640" y="277520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Correcting only the caught round removed 10–46% of the harm.</a:t>
            </a:r>
            <a:endParaRPr lang="en-US" sz="1400" dirty="0"/>
          </a:p>
        </p:txBody>
      </p:sp>
      <p:sp>
        <p:nvSpPr>
          <p:cNvPr id="8" name="Text 6"/>
          <p:cNvSpPr txBox="1"/>
          <p:nvPr/>
        </p:nvSpPr>
        <p:spPr>
          <a:xfrm>
            <a:off x="548640" y="346100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Audits with memory</a:t>
            </a:r>
            <a:endParaRPr lang="en-US" sz="1700" dirty="0"/>
          </a:p>
        </p:txBody>
      </p:sp>
      <p:sp>
        <p:nvSpPr>
          <p:cNvPr id="9" name="Text 7"/>
          <p:cNvSpPr txBox="1"/>
          <p:nvPr/>
        </p:nvSpPr>
        <p:spPr>
          <a:xfrm>
            <a:off x="548640" y="3845052"/>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Remembering each caught lie reduced harm in 12 of 12 settings. In Fishery, rounds below half capacity fell from 43–99% to under 3%.</a:t>
            </a:r>
            <a:endParaRPr lang="en-US" sz="1400" dirty="0"/>
          </a:p>
        </p:txBody>
      </p:sp>
      <p:pic>
        <p:nvPicPr>
          <p:cNvPr id="10" name="Image 0" descr="fig3_audits_memory.png"/>
          <p:cNvPicPr>
            <a:picLocks noChangeAspect="1"/>
          </p:cNvPicPr>
          <p:nvPr/>
        </p:nvPicPr>
        <p:blipFill>
          <a:blip r:embed="rId3"/>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Rounds below half capacity with under-reporting agents. Dark: no audits. Light: audits without memory. Green: audits with memory. 2g/4g = 2 or 4 misbehaving agents; 1.0/0.85 = regrowth rate.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r">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7071055"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Prediction</a:t>
            </a:r>
            <a:endParaRPr lang="en-US" sz="1700" dirty="0"/>
          </a:p>
        </p:txBody>
      </p:sp>
      <p:sp>
        <p:nvSpPr>
          <p:cNvPr id="5" name="Text 3"/>
          <p:cNvSpPr txBox="1"/>
          <p:nvPr/>
        </p:nvSpPr>
        <p:spPr>
          <a:xfrm>
            <a:off x="7071055" y="192938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From games without audits, we predicted the expected fine at which programmed cheaters would stop.</a:t>
            </a:r>
            <a:endParaRPr lang="en-US" sz="1400" dirty="0"/>
          </a:p>
        </p:txBody>
      </p:sp>
      <p:sp>
        <p:nvSpPr>
          <p:cNvPr id="6" name="Text 4"/>
          <p:cNvSpPr txBox="1"/>
          <p:nvPr/>
        </p:nvSpPr>
        <p:spPr>
          <a:xfrm>
            <a:off x="7071055" y="261518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Result</a:t>
            </a:r>
            <a:endParaRPr lang="en-US" sz="1700" dirty="0"/>
          </a:p>
        </p:txBody>
      </p:sp>
      <p:sp>
        <p:nvSpPr>
          <p:cNvPr id="7" name="Text 5"/>
          <p:cNvSpPr txBox="1"/>
          <p:nvPr/>
        </p:nvSpPr>
        <p:spPr>
          <a:xfrm>
            <a:off x="7071055" y="2999232"/>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5 of 5 new settings landed within one step of the prediction.</a:t>
            </a:r>
            <a:endParaRPr lang="en-US" sz="1400" dirty="0"/>
          </a:p>
        </p:txBody>
      </p:sp>
      <p:sp>
        <p:nvSpPr>
          <p:cNvPr id="8" name="Text 6"/>
          <p:cNvSpPr txBox="1"/>
          <p:nvPr/>
        </p:nvSpPr>
        <p:spPr>
          <a:xfrm>
            <a:off x="7071055" y="368503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Caveat</a:t>
            </a:r>
            <a:endParaRPr lang="en-US" sz="1700" dirty="0"/>
          </a:p>
        </p:txBody>
      </p:sp>
      <p:sp>
        <p:nvSpPr>
          <p:cNvPr id="9" name="Text 7"/>
          <p:cNvSpPr txBox="1"/>
          <p:nvPr/>
        </p:nvSpPr>
        <p:spPr>
          <a:xfrm>
            <a:off x="7071055" y="4069080"/>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These agents optimise by design, so this validates the method before it is used on language models.</a:t>
            </a:r>
            <a:endParaRPr lang="en-US" sz="1400" dirty="0"/>
          </a:p>
        </p:txBody>
      </p:sp>
      <p:pic>
        <p:nvPicPr>
          <p:cNvPr id="10" name="Image 0" descr="fig3_audits_threshold.png"/>
          <p:cNvPicPr>
            <a:picLocks noChangeAspect="1"/>
          </p:cNvPicPr>
          <p:nvPr/>
        </p:nvPicPr>
        <p:blipFill>
          <a:blip r:embed="rId3"/>
          <a:stretch>
            <a:fillRect/>
          </a:stretch>
        </p:blipFill>
        <p:spPr>
          <a:xfrm>
            <a:off x="548640" y="1512279"/>
            <a:ext cx="6110935" cy="4098618"/>
          </a:xfrm>
          <a:prstGeom prst="rect">
            <a:avLst/>
          </a:prstGeom>
        </p:spPr>
      </p:pic>
      <p:sp>
        <p:nvSpPr>
          <p:cNvPr id="11" name="Text 8"/>
          <p:cNvSpPr txBox="1"/>
          <p:nvPr/>
        </p:nvSpPr>
        <p:spPr>
          <a:xfrm>
            <a:off x="548640" y="5720625"/>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Observed against predicted stopping point. Filled: new settings, predicted first. Open: audit probability or detection varied.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icPr>
            <a:picLocks noChangeAspect="1"/>
          </p:cNvPicPr>
          <p:nvPr/>
        </p:nvPicPr>
        <p:blipFill>
          <a:blip r:embed="rId3"/>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Cutting everyone's allowance to absorb cheaters: cheaters gained more than with no audits (142 vs 113).</a:t>
            </a:r>
            <a:endParaRPr lang="en-US" sz="1100" dirty="0"/>
          </a:p>
        </p:txBody>
      </p:sp>
      <p:pic>
        <p:nvPicPr>
          <p:cNvPr id="5" name="Image 1" descr="fig3_audits_targeting.png"/>
          <p:cNvPicPr>
            <a:picLocks noChangeAspect="1"/>
          </p:cNvPicPr>
          <p:nvPr/>
        </p:nvPicPr>
        <p:blipFill>
          <a:blip r:embed="rId4"/>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Always auditing the largest report: 25% of liars caught, against 100% with random audits.</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Shortcuts that save audits create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icPr>
            <a:picLocks noChangeAspect="1"/>
          </p:cNvPicPr>
          <p:nvPr/>
        </p:nvPicPr>
        <p:blipFill>
          <a:blip r:embed="rId3"/>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Four open language models each ran four of six fishers (520 games; audit probability 1 in 6). Left: over-taking by fine; triangles mark the predicted (open) and observed (filled) stopping fine.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What predicted the stop</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 gain from one round of over-taking: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 gain over the whole game, which was near zero or negative.</a:t>
            </a:r>
            <a:endParaRPr lang="en-US" sz="1400" dirty="0"/>
          </a:p>
        </p:txBody>
      </p:sp>
      <p:sp>
        <p:nvSpPr>
          <p:cNvPr id="8" name="Text 6"/>
          <p:cNvSpPr txBox="1"/>
          <p:nvPr/>
        </p:nvSpPr>
        <p:spPr>
          <a:xfrm>
            <a:off x="548640" y="368503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Against a perfect optimiser</a:t>
            </a:r>
            <a:endParaRPr lang="en-US" sz="1700" dirty="0"/>
          </a:p>
        </p:txBody>
      </p:sp>
      <p:sp>
        <p:nvSpPr>
          <p:cNvPr id="9" name="Text 7"/>
          <p:cNvSpPr txBox="1"/>
          <p:nvPr/>
        </p:nvSpPr>
        <p:spPr>
          <a:xfrm>
            <a:off x="548640" y="4069080"/>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It would keep over-taking until 36 t. Both models stopped earlier, and gradually.</a:t>
            </a:r>
            <a:endParaRPr lang="en-US" sz="1400" dirty="0"/>
          </a:p>
        </p:txBody>
      </p:sp>
      <p:pic>
        <p:nvPicPr>
          <p:cNvPr id="10" name="Image 0" descr="fig5_spine.png"/>
          <p:cNvPicPr>
            <a:picLocks noChangeAspect="1"/>
          </p:cNvPicPr>
          <p:nvPr/>
        </p:nvPicPr>
        <p:blipFill>
          <a:blip r:embed="rId3"/>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Predicted against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Memory Protects the Lake Without a Fine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Same audits, no fine</a:t>
            </a:r>
            <a:endParaRPr lang="en-US" sz="1700" dirty="0"/>
          </a:p>
        </p:txBody>
      </p:sp>
      <p:sp>
        <p:nvSpPr>
          <p:cNvPr id="5" name="Text 3"/>
          <p:cNvSpPr txBox="1"/>
          <p:nvPr/>
        </p:nvSpPr>
        <p:spPr>
          <a:xfrm>
            <a:off x="548640" y="1929384"/>
            <a:ext cx="4023360" cy="745236"/>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Audit probability 1 in 6 in both conditions. With memory, a caught model's later allowances drop by what it over-took.</a:t>
            </a:r>
            <a:endParaRPr lang="en-US" sz="1400" dirty="0"/>
          </a:p>
        </p:txBody>
      </p:sp>
      <p:sp>
        <p:nvSpPr>
          <p:cNvPr id="6" name="Text 4"/>
          <p:cNvSpPr txBox="1"/>
          <p:nvPr/>
        </p:nvSpPr>
        <p:spPr>
          <a:xfrm>
            <a:off x="548640" y="2839212"/>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Over-taking fell, but didn't stop</a:t>
            </a:r>
            <a:endParaRPr lang="en-US" sz="1700" dirty="0"/>
          </a:p>
        </p:txBody>
      </p:sp>
      <p:sp>
        <p:nvSpPr>
          <p:cNvPr id="7" name="Text 5"/>
          <p:cNvSpPr txBox="1"/>
          <p:nvPr/>
        </p:nvSpPr>
        <p:spPr>
          <a:xfrm>
            <a:off x="548640" y="3223260"/>
            <a:ext cx="4023360" cy="521208"/>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Both models still over-took in a fifth to a third of their decisions.</a:t>
            </a:r>
            <a:endParaRPr lang="en-US" sz="1400" dirty="0"/>
          </a:p>
        </p:txBody>
      </p:sp>
      <p:sp>
        <p:nvSpPr>
          <p:cNvPr id="8" name="Text 6"/>
          <p:cNvSpPr txBox="1"/>
          <p:nvPr/>
        </p:nvSpPr>
        <p:spPr>
          <a:xfrm>
            <a:off x="548640" y="3909060"/>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The lake recovered</a:t>
            </a:r>
            <a:endParaRPr lang="en-US" sz="1700" dirty="0"/>
          </a:p>
        </p:txBody>
      </p:sp>
      <p:sp>
        <p:nvSpPr>
          <p:cNvPr id="9" name="Text 7"/>
          <p:cNvSpPr txBox="1"/>
          <p:nvPr/>
        </p:nvSpPr>
        <p:spPr>
          <a:xfrm>
            <a:off x="548640" y="4293108"/>
            <a:ext cx="4023360" cy="745236"/>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No lake collapsed with memory (without: 5 and 1 of 10). Rule-following fishers caught 29 to 32 t, against 8 to 9 t.</a:t>
            </a:r>
            <a:endParaRPr lang="en-US" sz="1400" dirty="0"/>
          </a:p>
        </p:txBody>
      </p:sp>
      <p:pic>
        <p:nvPicPr>
          <p:cNvPr id="10" name="Image 0" descr="memory_llm.png"/>
          <p:cNvPicPr>
            <a:picLocks noChangeAspect="1"/>
          </p:cNvPicPr>
          <p:nvPr/>
        </p:nvPicPr>
        <p:blipFill>
          <a:blip r:embed="rId3"/>
          <a:stretch>
            <a:fillRect/>
          </a:stretch>
        </p:blipFill>
        <p:spPr>
          <a:xfrm>
            <a:off x="4983480" y="1885590"/>
            <a:ext cx="6659575" cy="3169116"/>
          </a:xfrm>
          <a:prstGeom prst="rect">
            <a:avLst/>
          </a:prstGeom>
        </p:spPr>
      </p:pic>
      <p:sp>
        <p:nvSpPr>
          <p:cNvPr id="11" name="Text 8"/>
          <p:cNvSpPr txBox="1"/>
          <p:nvPr/>
        </p:nvSpPr>
        <p:spPr>
          <a:xfrm>
            <a:off x="4983480" y="5164434"/>
            <a:ext cx="665957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10 games per model and condition; bars are means over games with 95% intervals. Left: share of a model's decisions above its allowance. Right: share of rounds the lake ended below half capacity (50 of 100 t).</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Running Now (Results Soon)</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Expected fine, or fine size?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Same expected fine, made up differently: audit probability 1 in 3, 1 in 6 or 1 in 12 (gpt-oss, 20 games each).</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7" name="Text 5"/>
          <p:cNvSpPr txBox="1"/>
          <p:nvPr/>
        </p:nvSpPr>
        <p:spPr>
          <a:xfrm>
            <a:off x="6217920" y="1618488"/>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Does the prediction transfer?</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Frozen prediction (30 t) tested on 10 new games and with reworded rules.</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11" name="Text 9"/>
          <p:cNvSpPr txBox="1"/>
          <p:nvPr/>
        </p:nvSpPr>
        <p:spPr>
          <a:xfrm>
            <a:off x="6217920" y="2809494"/>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What if nobody audits?</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Rules that never mention audits, against audits with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15" name="Text 13"/>
          <p:cNvSpPr txBox="1"/>
          <p:nvPr/>
        </p:nvSpPr>
        <p:spPr>
          <a:xfrm>
            <a:off x="6217920" y="4000500"/>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Does over-taking spread?</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ln>
        </p:spPr>
        <p:txBody>
          <a:bodyPr/>
          <a:lstStyle/>
          <a:p>
            <a:endParaRPr lang="en-GB"/>
          </a:p>
        </p:txBody>
      </p:sp>
      <p:sp>
        <p:nvSpPr>
          <p:cNvPr id="19" name="Text 17"/>
          <p:cNvSpPr txBox="1"/>
          <p:nvPr/>
        </p:nvSpPr>
        <p:spPr>
          <a:xfrm>
            <a:off x="6217920" y="5191506"/>
            <a:ext cx="5287975" cy="900000"/>
          </a:xfrm>
          <a:prstGeom prst="rect">
            <a:avLst/>
          </a:prstGeom>
          <a:noFill/>
          <a:ln/>
        </p:spPr>
        <p:txBody>
          <a:bodyPr wrap="square" lIns="0" tIns="0" rIns="0" bIns="0" rtlCol="0" anchor="t"/>
          <a:lstStyle/>
          <a:p>
            <a:pPr marL="0" indent="0">
              <a:buNone/>
            </a:pPr>
            <a:r>
              <a:rPr lang="en-US" sz="1100" dirty="0">
                <a:solidFill>
                  <a:srgbClr val="1C191A"/>
                </a:solidFill>
                <a:latin typeface="Calibri" pitchFamily="34" charset="0"/>
                <a:ea typeface="Calibri" pitchFamily="34" charset="-122"/>
                <a:cs typeface="Calibri" pitchFamily="34" charset="-120"/>
              </a:rPr>
              <a:t>Yes. With one over-cutter, the other foresters broke their allowance in 50–58% of rounds instead of 26–32% (+25 points), at every distance on the ring. Seeing neighbours’ cuts made no difference: it spread through the reviewer’s shared cut, which halved allowances while the models kept cutting as before.</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Shape 2"/>
          <p:cNvSpPr/>
          <p:nvPr/>
        </p:nvSpPr>
        <p:spPr>
          <a:xfrm>
            <a:off x="1935442" y="3017520"/>
            <a:ext cx="8320811" cy="0"/>
          </a:xfrm>
          <a:prstGeom prst="line">
            <a:avLst/>
          </a:prstGeom>
          <a:noFill/>
          <a:ln w="25400">
            <a:solidFill>
              <a:srgbClr val="C9C6C1"/>
            </a:solidFill>
            <a:prstDash val="solid"/>
          </a:ln>
        </p:spPr>
        <p:txBody>
          <a:bodyPr/>
          <a:lstStyle/>
          <a:p>
            <a:endParaRPr lang="en-GB"/>
          </a:p>
        </p:txBody>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txBody>
          <a:bodyPr/>
          <a:lstStyle/>
          <a:p>
            <a:endParaRPr lang="en-GB"/>
          </a:p>
        </p:txBody>
      </p:sp>
      <p:sp>
        <p:nvSpPr>
          <p:cNvPr id="6" name="Text 4"/>
          <p:cNvSpPr txBox="1"/>
          <p:nvPr/>
        </p:nvSpPr>
        <p:spPr>
          <a:xfrm>
            <a:off x="640080"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Programmed agents in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9" name="Text 7"/>
          <p:cNvSpPr txBox="1"/>
          <p:nvPr/>
        </p:nvSpPr>
        <p:spPr>
          <a:xfrm>
            <a:off x="3413684"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Follow-up tests from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12" name="Text 10"/>
          <p:cNvSpPr txBox="1"/>
          <p:nvPr/>
        </p:nvSpPr>
        <p:spPr>
          <a:xfrm>
            <a:off x="6187288"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AAAI-27 workshop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15" name="Text 13"/>
          <p:cNvSpPr txBox="1"/>
          <p:nvPr/>
        </p:nvSpPr>
        <p:spPr>
          <a:xfrm>
            <a:off x="8960891"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marL="0" indent="0" algn="ctr">
              <a:buNone/>
            </a:pPr>
            <a:r>
              <a:rPr lang="en-US" sz="1200" i="1" dirty="0">
                <a:solidFill>
                  <a:srgbClr val="55524E"/>
                </a:solidFill>
                <a:latin typeface="Calibri" pitchFamily="34" charset="0"/>
                <a:ea typeface="Calibri" pitchFamily="34" charset="-122"/>
                <a:cs typeface="Calibri" pitchFamily="34" charset="-120"/>
              </a:rPr>
              <a:t>Every study was pre-registered locally before its code; failed predictions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marL="0" indent="0" algn="r">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214884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Is over-taking an allowance a fair stand-in for AI misbehaviour?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If a fine works under one wording of the rules,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Which would convince you more: more models, or more settings?</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Where in your work does someone audit only a sample, and what follows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a:effectLst/>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marL="0" indent="0" algn="ctr">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txBody>
          <a:bodyPr/>
          <a:lstStyle/>
          <a:p>
            <a:endParaRPr lang="en-GB"/>
          </a:p>
        </p:txBody>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marL="0" indent="0" algn="ctr">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marL="0" indent="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marL="0" indent="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2282</Words>
  <Application>Microsoft Macintosh PowerPoint</Application>
  <PresentationFormat>Widescreen</PresentationFormat>
  <Paragraphs>185</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2</cp:revision>
  <dcterms:created xsi:type="dcterms:W3CDTF">2026-10-12T22:35:32Z</dcterms:created>
  <dcterms:modified xsi:type="dcterms:W3CDTF">2026-10-12T23:10:33Z</dcterms:modified>
</cp:coreProperties>
</file>