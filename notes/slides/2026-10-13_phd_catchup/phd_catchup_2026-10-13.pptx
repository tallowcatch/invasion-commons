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I test when spot-checks actually stop AI agents from taking more than their share, and whether we can predict the penalty that does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concrete: six agents, one renewable resource, an overseer that cannot check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three questions the paper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Half capacity is the maximum-sustainable-yield level from fisheries science. Same harm line in all three games.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benchmark, not a new theorem. The interesting part is testing it in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Programmed agents, 64 populations per setting. The point: a catch has to have a consequence.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agents are built to optimise, so this is a validation of the measurement, not a surprise.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shortcuts save audits but create blind spots. Targeting where the outcome falls short of the forecast did best in Forest.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 rarely over-took and Mistral never did, so they say nothing about the threshold. A small fine made gpt-oss cheat more (55% to about 90%): a fine works like a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 wording: this shows what predicts the stopping fine, not why the models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Nemotron: over-taking 65% to 33%, harm 96% to 40%.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fifth family, DeepSeek V4.1 Flash, over-took in 80% of rounds without a fine; its predicted stop (36 t) is frozen but not tested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January dates are estimates; the calls are not out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These are the points reviewers raise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Thanks; happy to share the paper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2011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dirty="0">
                <a:solidFill>
                  <a:srgbClr val="2B2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Penalties Sized to the Gain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2918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random audits stop AI agents from over-using a shared resource?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60120" y="4206240"/>
            <a:ext cx="3383280" cy="109728"/>
          </a:xfrm>
          <a:prstGeom prst="rect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22415" y="5440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Ameer Alhashemi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catch-up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King's College London, 13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73936"/>
            <a:ext cx="3291840" cy="91440"/>
          </a:xfrm>
          <a:prstGeom prst="rect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048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share limited things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32304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energy, money, a fish stock. Each agent is told how much it may take.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81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Checking is expensive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02152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overseer can only spot-check a few agents each round, like a tax audit or a fishing inspection.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87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don't know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72000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spot-checks stop agents taking more than their share? And how big must the penalty be?</a:t>
            </a:r>
            <a:endParaRPr lang="en-US" sz="1400" dirty="0"/>
          </a:p>
        </p:txBody>
      </p:sp>
      <p:pic>
        <p:nvPicPr>
          <p:cNvPr id="10" name="Image 0" descr="fig_netwo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044415"/>
            <a:ext cx="6110935" cy="231197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532120" y="4466113"/>
            <a:ext cx="6110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toy worlds with six agents each. Fishery: one shared stock. Forest: over-cutting damages your two neighbours. River: two pollutants that are harmful mainly together.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Questions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3054096"/>
            <a:ext cx="3291840" cy="91440"/>
          </a:xfrm>
          <a:prstGeom prst="rect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89320" y="914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F8F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12280" y="89611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must follow a catch?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12280" y="131673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fine, a memory of the offence, or nothing: which of these makes spot-checks reduce harm?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2240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F8F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22219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predict the stopping penalty?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264261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says cheating stops once the expected fine beats the gain. Does that hold, and can we predict it in advance?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3566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F8F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354787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LLMs follow the same rule?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396849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four of the six agents are LLMs, do they stop where we predict, and which gain do they act on?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One Round Works</a:t>
            </a:r>
            <a:endParaRPr lang="en-US" sz="3200" dirty="0"/>
          </a:p>
        </p:txBody>
      </p:sp>
      <p:pic>
        <p:nvPicPr>
          <p:cNvPr id="3" name="Image 0" descr="fig1_game_st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818" y="1234440"/>
            <a:ext cx="8872059" cy="3977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5303520"/>
            <a:ext cx="9265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round: agents ask for a share, a reviewer scales every request by one factor to keep the resource at half capacity, agents take their allowance or more, the resource regrows, and a few agents are spot-checked.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05840" y="58978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 = the resource falling below half capacity, where it regrows fastest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 From Economics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73936"/>
            <a:ext cx="3291840" cy="91440"/>
          </a:xfrm>
          <a:prstGeom prst="rect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276856"/>
            <a:ext cx="34238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3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× F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74136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fine = chance of being checked × size of the fine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46778" y="2276856"/>
            <a:ext cx="34238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3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1/6 × 30 t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4246778" y="3374136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 t expected fine per round of cheating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44917" y="2276856"/>
            <a:ext cx="34238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3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4.5 t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944917" y="3374136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model gained per round of cheating, with no fine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171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Cheat while the gain beats the expected fine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1109441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Becker's 1968 rule. So a 30 t fine should stop an agent that gains 4.5 t per round, and a 24 t fine (4 t expected) should not.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5869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which gain?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71032"/>
            <a:ext cx="1109441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 from one round, or the gain over the whole game once the stock is depleted? The two differ, and that turns out to matter.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1: Catching Alone Barely Helps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73936"/>
            <a:ext cx="3291840" cy="91440"/>
          </a:xfrm>
          <a:prstGeom prst="rect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048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Remembering each caught lie works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32304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gave less harm than audits without memory in 12 of 12 settings across the three games.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81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02152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below half capacity fell from 43–99% to 0.3–3% in Fishery and from 35–66% to 3–5% in River.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87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Audits without memory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72000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Correcting only the current round removed just 10–46% of the harm.</a:t>
            </a:r>
            <a:endParaRPr lang="en-US" sz="1400" dirty="0"/>
          </a:p>
        </p:txBody>
      </p:sp>
      <p:pic>
        <p:nvPicPr>
          <p:cNvPr id="10" name="Image 0" descr="fig3_audits_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816926"/>
            <a:ext cx="6110935" cy="276694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532120" y="4693602"/>
            <a:ext cx="6110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rounds below half capacity with lying agents. Dark: no audits. Light grey: audits without memory. Green: audits with memory.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30975" y="41148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2: A Predictable Threshold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351215" y="1773936"/>
            <a:ext cx="3291840" cy="91440"/>
          </a:xfrm>
          <a:prstGeom prst="rect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30975" y="20482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Predicted before testing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30975" y="2432304"/>
            <a:ext cx="5212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runs without audits, we predicted where cheating would stop in five new settings.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30975" y="31181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of 5 within one step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30975" y="3502152"/>
            <a:ext cx="5212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observed threshold landed within one step of the prediction, for thresholds from 0.19 to 1.20.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30975" y="41879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30975" y="4572000"/>
            <a:ext cx="5212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checks our measurement method before we try it on LLMs.</a:t>
            </a:r>
            <a:endParaRPr lang="en-US" sz="1400" dirty="0"/>
          </a:p>
        </p:txBody>
      </p:sp>
      <p:pic>
        <p:nvPicPr>
          <p:cNvPr id="10" name="Image 0" descr="fig3_audits_thres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65743"/>
            <a:ext cx="5470855" cy="366931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5144785"/>
            <a:ext cx="5470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against predicted threshold. Filled: new settings predicted first. Open: audit rate or detection varied.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3: Two Shortcuts That Backfire</a:t>
            </a:r>
            <a:endParaRPr lang="en-US" sz="3200" dirty="0"/>
          </a:p>
        </p:txBody>
      </p:sp>
      <p:pic>
        <p:nvPicPr>
          <p:cNvPr id="3" name="Image 0" descr="fig3_audits_r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6875"/>
            <a:ext cx="5364328" cy="35041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952485"/>
            <a:ext cx="536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everyone's allowance to absorb cheaters made cheating pay more than no audits at all (142 vs 113).</a:t>
            </a:r>
            <a:endParaRPr lang="en-US" sz="1100" dirty="0"/>
          </a:p>
        </p:txBody>
      </p:sp>
      <p:pic>
        <p:nvPicPr>
          <p:cNvPr id="5" name="Image 1" descr="fig3_audits_target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371723"/>
            <a:ext cx="5364328" cy="34744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78728" y="4937637"/>
            <a:ext cx="536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checking the largest report caught 25% of liars, against 100% with random checks.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005840" y="58978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checks unpredictable and covering everyone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4: LLMs Stop Where Predicted</a:t>
            </a:r>
            <a:endParaRPr lang="en-US" sz="3200" dirty="0"/>
          </a:p>
        </p:txBody>
      </p:sp>
      <p:pic>
        <p:nvPicPr>
          <p:cNvPr id="3" name="Image 0" descr="fig4_llm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583" y="1234440"/>
            <a:ext cx="8676530" cy="3977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5303520"/>
            <a:ext cx="9265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LLMs, 520 games, 81,232 decisions. Left: how often each model took more than its allowance, by fine. Triangles: predicted stop (open) and observed stop (filled). Right: fish left for the rule-following agents.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05840" y="58978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Predicted 30 t: Nemotron stopped at 30 t, gpt-oss one step early at 24 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5: They Act on One Round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73936"/>
            <a:ext cx="3291840" cy="91440"/>
          </a:xfrm>
          <a:prstGeom prst="rect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0482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gain of a single round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32304"/>
            <a:ext cx="5212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stopping fine matched what each model took per round without a fine (4.5–4.7 t).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81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whole game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02152"/>
            <a:ext cx="521208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whole game their over-taking gained little or lost fish (−1.05 and 0.71 t per round), yet they kept going.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119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Easier to deter than a perfect optimiser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96028"/>
            <a:ext cx="5212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risk-neutral agent would hold out until 36 t. Both models stopped earlier, and gradually.</a:t>
            </a:r>
            <a:endParaRPr lang="en-US" sz="1400" dirty="0"/>
          </a:p>
        </p:txBody>
      </p:sp>
      <p:pic>
        <p:nvPicPr>
          <p:cNvPr id="10" name="Image 0" descr="fig5_sp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7131" y="822960"/>
            <a:ext cx="5460994" cy="47548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172200" y="5687568"/>
            <a:ext cx="5470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against predicted stopping fine. Points on the dashed line are predicted exactly.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Works for LLMs Too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73936"/>
            <a:ext cx="3291840" cy="91440"/>
          </a:xfrm>
          <a:prstGeom prst="rect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276856"/>
            <a:ext cx="34238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7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 → 20%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74136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in which gpt-oss over-took, with memory and no fine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46778" y="2276856"/>
            <a:ext cx="34238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7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 → 20%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4246778" y="3374136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below half capacity under gpt-oss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44917" y="2276856"/>
            <a:ext cx="34238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7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of 10</a:t>
            </a:r>
            <a:endParaRPr lang="en-US" sz="3700" dirty="0"/>
          </a:p>
        </p:txBody>
      </p:sp>
      <p:sp>
        <p:nvSpPr>
          <p:cNvPr id="9" name="Text 7"/>
          <p:cNvSpPr txBox="1"/>
          <p:nvPr/>
        </p:nvSpPr>
        <p:spPr>
          <a:xfrm>
            <a:off x="7944917" y="3374136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lakes collapsed with memory (5 of 10 without)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171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Reduced, not stopped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1109441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protected the resource without any fine, but some over-taking remained. Fines above the gain stopped it and cost no efficiency (0.99 of the maximum sustainable harvest).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Now (Results Soon)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73936"/>
            <a:ext cx="3291840" cy="91440"/>
          </a:xfrm>
          <a:prstGeom prst="rect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0482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fine or fine size?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32304"/>
            <a:ext cx="4023360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expected fine (2 t or 3 t) with 1 in 3, 1 in 6 or 1 in 12 checked. gpt-oss, 20 new populations.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0" y="2048256"/>
            <a:ext cx="6796735" cy="889254"/>
          </a:xfrm>
          <a:prstGeom prst="roundRect">
            <a:avLst>
              <a:gd name="adj" fmla="val 6170"/>
            </a:avLst>
          </a:prstGeom>
          <a:solidFill>
            <a:srgbClr val="FFFFFF"/>
          </a:solidFill>
          <a:ln w="12700">
            <a:solidFill>
              <a:srgbClr val="C9C6C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983480" y="2121408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(to fill in):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210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prediction transfer?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86150"/>
            <a:ext cx="4023360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new populations and a reworded prompt. Predicted stop frozen in advance: 30 t for both models.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3102102"/>
            <a:ext cx="6796735" cy="889254"/>
          </a:xfrm>
          <a:prstGeom prst="roundRect">
            <a:avLst>
              <a:gd name="adj" fmla="val 6170"/>
            </a:avLst>
          </a:prstGeom>
          <a:solidFill>
            <a:srgbClr val="FFFFFF"/>
          </a:solidFill>
          <a:ln w="12700">
            <a:solidFill>
              <a:srgbClr val="C9C6C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983480" y="3175254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(to fill in):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559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nothing checks at all?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39996"/>
            <a:ext cx="4023360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never mention checks, compared with a check that carries a 0 t fine.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46320" y="4155948"/>
            <a:ext cx="6796735" cy="889254"/>
          </a:xfrm>
          <a:prstGeom prst="roundRect">
            <a:avLst>
              <a:gd name="adj" fmla="val 6170"/>
            </a:avLst>
          </a:prstGeom>
          <a:solidFill>
            <a:srgbClr val="FFFFFF"/>
          </a:solidFill>
          <a:ln w="12700">
            <a:solidFill>
              <a:srgbClr val="C9C6C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983480" y="422910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(to fill in):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0979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cheating spread to neighbours?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93842"/>
            <a:ext cx="4023360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ring: one programmed over-cutter, five LLM foresters; neighbours' cuts hidden or visible.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46320" y="5209794"/>
            <a:ext cx="6796735" cy="889254"/>
          </a:xfrm>
          <a:prstGeom prst="roundRect">
            <a:avLst>
              <a:gd name="adj" fmla="val 6170"/>
            </a:avLst>
          </a:prstGeom>
          <a:solidFill>
            <a:srgbClr val="FFFFFF"/>
          </a:solidFill>
          <a:ln w="12700">
            <a:solidFill>
              <a:srgbClr val="C9C6C1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4983480" y="5282946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(to fill in):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Is Going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73936"/>
            <a:ext cx="3291840" cy="91440"/>
          </a:xfrm>
          <a:prstGeom prst="rect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35442" y="3017520"/>
            <a:ext cx="8320811" cy="0"/>
          </a:xfrm>
          <a:prstGeom prst="line">
            <a:avLst/>
          </a:prstGeom>
          <a:noFill/>
          <a:ln w="25400">
            <a:solidFill>
              <a:srgbClr val="C9C6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79994" y="2862072"/>
            <a:ext cx="310896" cy="310896"/>
          </a:xfrm>
          <a:prstGeom prst="ellipse">
            <a:avLst/>
          </a:prstGeom>
          <a:solidFill>
            <a:srgbClr val="062746"/>
          </a:solidFill>
          <a:ln w="19050">
            <a:solidFill>
              <a:srgbClr val="0627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310128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 – 8 Oct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703320"/>
            <a:ext cx="25541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Programmed agents in three games; LLMs in Fishery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53598" y="286207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27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3684" y="3310128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– 14 Oct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31972" y="3703320"/>
            <a:ext cx="25541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tests from two outside reviews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27202" y="286207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27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87288" y="3310128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Nov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05576" y="3703320"/>
            <a:ext cx="25541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AAAI-27 workshop (WMAC) and arXiv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100805" y="286207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27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0891" y="3310128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 2027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979179" y="3703320"/>
            <a:ext cx="25541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conference: IJCAI or ICML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study has a protocol frozen before its code; failed predictions are reported.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13855" y="3657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0627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351215" y="1682496"/>
            <a:ext cx="3291840" cy="91440"/>
          </a:xfrm>
          <a:prstGeom prst="rect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48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F8F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2167128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"taking more than your allowance" a fair stand-in for an AI agent misbehaving? What would be better?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F8F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3218688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 fine works under one wording of the rules, how far would you trust it under another?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51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F8F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4270248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convince you more: more models, or more kinds of game?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03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F8F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5321808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in your own work does someone check only a sample, and what happens after a catch?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93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1828800"/>
            <a:ext cx="85340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4312768" y="4297680"/>
            <a:ext cx="3566160" cy="118872"/>
          </a:xfrm>
          <a:prstGeom prst="rect">
            <a:avLst/>
          </a:prstGeom>
          <a:solidFill>
            <a:srgbClr val="B09E88"/>
          </a:solidFill>
          <a:ln w="12700">
            <a:solidFill>
              <a:srgbClr val="B09E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 rot="5400000">
            <a:off x="9631375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October 2026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Ameer Alhashemi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k26108758@kcl.ac.uk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Penalties Sized to the Gain: PhD catch-up</dc:title>
  <dc:subject>PptxGenJS Presentation</dc:subject>
  <dc:creator>Ameer Alhashemi</dc:creator>
  <cp:lastModifiedBy>Ameer Alhashemi</cp:lastModifiedBy>
  <cp:revision>1</cp:revision>
  <dcterms:created xsi:type="dcterms:W3CDTF">2026-10-12T21:45:44Z</dcterms:created>
  <dcterms:modified xsi:type="dcterms:W3CDTF">2026-10-12T21:45:44Z</dcterms:modified>
</cp:coreProperties>
</file>